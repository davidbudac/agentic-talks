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[AgenticEngineering]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hook]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[Agenda]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 machine that talks]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predictor · what an LLM does]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predictor · the middle button]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predictor · attention]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predictor · go build one]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[Teach it to think]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[Thinking · reasoning]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[Thinking · why it works]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[Thinking · the effort dial]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[Give it hands]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[Hands · the three parts]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[Hands · anatomy of a tool call]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[Hands · client &amp; server]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[Hands · statelessness · the why]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[Hands · one turn’s payload]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the loop]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loop · four levels]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loop · the inner loop]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loop · the loop primitive]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loop · verifiers]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loop · failure modes]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loop · a loop that works]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comes due]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context growth]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the growing input]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input vs output]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input vs output · example]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KV cache · how]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KV cache · lifetime]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bill · the dumb zone]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subagents]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the lineups]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two dials]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routing heuristics]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what Fable is]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Fable · the advisor]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Fable · the orchestrator]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Fable · cross-vendor]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where to spend]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dynamic workflows]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workflows in code]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[Split the work · which tool when]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CLAUDE.md]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why skills]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skill anatomy]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build a skill]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skills at scale]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example · pocock]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example · compound]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plugin anatomy]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[Make it stick · publish a plugin]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· recap]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· thanks &amp; 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38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next-token-ligh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03990" y="3509516"/>
            <a:ext cx="8465939" cy="419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stateless-ligh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18071" y="3669209"/>
            <a:ext cx="8465939" cy="419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agent-loop-da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03990" y="3509516"/>
            <a:ext cx="8465939" cy="419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kv-cache-ligh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03990" y="3509516"/>
            <a:ext cx="8465939" cy="419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quality-ligh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03990" y="3509516"/>
            <a:ext cx="8465939" cy="419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subagents-ligh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303990" y="3509516"/>
            <a:ext cx="8465939" cy="419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Engineering — basics for developers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